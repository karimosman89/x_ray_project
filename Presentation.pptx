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cR75s4WBluj0M20lo1Rm7gdpI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EDF273-DBBE-41D4-90C5-808267C3E8C1}">
  <a:tblStyle styleId="{63EDF273-DBBE-41D4-90C5-808267C3E8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a2408ea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2ea2408ea2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a2408ea2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2ea2408ea2b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a2408ea2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2ea2408ea2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a2408ea2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2ea2408ea2b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a2f3529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2ea2f3529f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a2f3529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2ea2f3529f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4000"/>
              <a:buFont typeface="Play"/>
              <a:buNone/>
            </a:pPr>
            <a:r>
              <a:rPr lang="pt-PT" sz="4000">
                <a:solidFill>
                  <a:srgbClr val="1D1C1D"/>
                </a:solidFill>
              </a:rPr>
              <a:t>Medical Data</a:t>
            </a:r>
            <a:endParaRPr sz="40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135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ts val="2400"/>
              <a:buNone/>
            </a:pPr>
            <a:r>
              <a:rPr b="1" lang="pt-PT">
                <a:solidFill>
                  <a:srgbClr val="31333F"/>
                </a:solidFill>
                <a:latin typeface="Arial"/>
                <a:ea typeface="Arial"/>
                <a:cs typeface="Arial"/>
                <a:sym typeface="Arial"/>
              </a:rPr>
              <a:t>Lung X-Ray Image Classification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976757" y="5776685"/>
            <a:ext cx="138248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Karim Osman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Ricardo Teixeira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m Tipo de letra, Gráficos, logótipo, design gráfico&#10;&#10;Descrição gerada automaticamente" id="87" name="Google Shape;87;p1"/>
          <p:cNvPicPr preferRelativeResize="0"/>
          <p:nvPr/>
        </p:nvPicPr>
        <p:blipFill rotWithShape="1">
          <a:blip r:embed="rId3">
            <a:alphaModFix/>
          </a:blip>
          <a:srcRect b="698" l="0" r="246" t="0"/>
          <a:stretch/>
        </p:blipFill>
        <p:spPr>
          <a:xfrm>
            <a:off x="586921" y="327251"/>
            <a:ext cx="7335146" cy="1295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pt-PT" sz="2400">
                <a:latin typeface="Times New Roman"/>
                <a:ea typeface="Times New Roman"/>
                <a:cs typeface="Times New Roman"/>
                <a:sym typeface="Times New Roman"/>
              </a:rPr>
              <a:t>The MRI project proposal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02600"/>
            <a:ext cx="10515600" cy="19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 sz="2200"/>
              <a:t>Limitations:</a:t>
            </a:r>
            <a:endParaRPr sz="22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pt-PT" sz="1600">
                <a:latin typeface="Times New Roman"/>
                <a:ea typeface="Times New Roman"/>
                <a:cs typeface="Times New Roman"/>
                <a:sym typeface="Times New Roman"/>
              </a:rPr>
              <a:t>147 MRI images that are 3 dimensional images in grayscale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pt-PT" sz="1600">
                <a:latin typeface="Times New Roman"/>
                <a:ea typeface="Times New Roman"/>
                <a:cs typeface="Times New Roman"/>
                <a:sym typeface="Times New Roman"/>
              </a:rPr>
              <a:t>GPDR and GxP applicable to Medical Information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 sz="2200"/>
              <a:t>Work done:</a:t>
            </a:r>
            <a:endParaRPr sz="22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Import images and explore how visualize 3D images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2 function to see the images cuts sequence ant any axe and 3 cuts images by axes at any point.</a:t>
            </a:r>
            <a:endParaRPr sz="1600"/>
          </a:p>
        </p:txBody>
      </p:sp>
      <p:pic>
        <p:nvPicPr>
          <p:cNvPr id="94" name="Google Shape;9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925" y="4230275"/>
            <a:ext cx="319087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4175" y="582650"/>
            <a:ext cx="153352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5950" y="3775775"/>
            <a:ext cx="3538260" cy="28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a2408ea2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2400">
                <a:latin typeface="Times New Roman"/>
                <a:ea typeface="Times New Roman"/>
                <a:cs typeface="Times New Roman"/>
                <a:sym typeface="Times New Roman"/>
              </a:rPr>
              <a:t>The lung X-Ray classification</a:t>
            </a:r>
            <a:endParaRPr/>
          </a:p>
        </p:txBody>
      </p:sp>
      <p:sp>
        <p:nvSpPr>
          <p:cNvPr id="102" name="Google Shape;102;g2ea2408ea2b_0_0"/>
          <p:cNvSpPr txBox="1"/>
          <p:nvPr>
            <p:ph idx="1" type="body"/>
          </p:nvPr>
        </p:nvSpPr>
        <p:spPr>
          <a:xfrm>
            <a:off x="838200" y="1825625"/>
            <a:ext cx="5378400" cy="26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Data: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3616 x-ray images from patients with Covid,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6012 images with Lung Opacity,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1345 images with Viral Pneumonia,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10192 images from patients with normal lung x-ray and for each image,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the images masks to the lung area,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an excel file with information about the images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Data exploration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some images are grayscale other has 3 </a:t>
            </a: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Channel</a:t>
            </a: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 color with different sizes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Font typeface="Times New Roman"/>
              <a:buChar char="●"/>
            </a:pPr>
            <a:r>
              <a:rPr lang="pt-PT" sz="1200">
                <a:latin typeface="Times New Roman"/>
                <a:ea typeface="Times New Roman"/>
                <a:cs typeface="Times New Roman"/>
                <a:sym typeface="Times New Roman"/>
              </a:rPr>
              <a:t>Masks for each X-Ray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2ea2408ea2b_0_0"/>
          <p:cNvSpPr txBox="1"/>
          <p:nvPr/>
        </p:nvSpPr>
        <p:spPr>
          <a:xfrm>
            <a:off x="793950" y="4605525"/>
            <a:ext cx="39555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4660" lvl="1" marL="36576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1" lang="pt-PT">
                <a:solidFill>
                  <a:schemeClr val="dk1"/>
                </a:solidFill>
              </a:rPr>
              <a:t>Image preparation</a:t>
            </a:r>
            <a:endParaRPr b="1" i="1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PT" sz="1200">
                <a:solidFill>
                  <a:schemeClr val="dk1"/>
                </a:solidFill>
              </a:rPr>
              <a:t>Save time during the training phase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PT" sz="1200">
                <a:solidFill>
                  <a:schemeClr val="dk1"/>
                </a:solidFill>
              </a:rPr>
              <a:t>Normalization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PT" sz="1200">
                <a:solidFill>
                  <a:schemeClr val="dk1"/>
                </a:solidFill>
              </a:rPr>
              <a:t>size 244,244,3 color channel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PT" sz="1200">
                <a:solidFill>
                  <a:schemeClr val="dk1"/>
                </a:solidFill>
              </a:rPr>
              <a:t>pixel intensity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PT" sz="1200">
                <a:solidFill>
                  <a:schemeClr val="dk1"/>
                </a:solidFill>
              </a:rPr>
              <a:t>apply the mask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PT" sz="1200">
                <a:solidFill>
                  <a:schemeClr val="dk1"/>
                </a:solidFill>
              </a:rPr>
              <a:t>save the pre processed image as JPG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4" name="Google Shape;104;g2ea2408ea2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0325" y="2623400"/>
            <a:ext cx="369570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a2408ea2b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2400">
                <a:latin typeface="Times New Roman"/>
                <a:ea typeface="Times New Roman"/>
                <a:cs typeface="Times New Roman"/>
                <a:sym typeface="Times New Roman"/>
              </a:rPr>
              <a:t>The lung X-Ray classification</a:t>
            </a:r>
            <a:endParaRPr/>
          </a:p>
        </p:txBody>
      </p:sp>
      <p:sp>
        <p:nvSpPr>
          <p:cNvPr id="110" name="Google Shape;110;g2ea2408ea2b_0_13"/>
          <p:cNvSpPr txBox="1"/>
          <p:nvPr/>
        </p:nvSpPr>
        <p:spPr>
          <a:xfrm>
            <a:off x="696150" y="1504450"/>
            <a:ext cx="39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4660" lvl="1" marL="365760" rtl="0" algn="l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400"/>
              <a:buAutoNum type="arabicPeriod"/>
            </a:pPr>
            <a:r>
              <a:rPr b="1" i="1" lang="pt-PT">
                <a:solidFill>
                  <a:schemeClr val="dk1"/>
                </a:solidFill>
              </a:rPr>
              <a:t>Balanced data-set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11" name="Google Shape;111;g2ea2408ea2b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7275" y="1782422"/>
            <a:ext cx="4671975" cy="44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a2408ea2b_0_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2400">
                <a:latin typeface="Times New Roman"/>
                <a:ea typeface="Times New Roman"/>
                <a:cs typeface="Times New Roman"/>
                <a:sym typeface="Times New Roman"/>
              </a:rPr>
              <a:t>The lung X-Ray classification</a:t>
            </a:r>
            <a:endParaRPr/>
          </a:p>
        </p:txBody>
      </p:sp>
      <p:sp>
        <p:nvSpPr>
          <p:cNvPr id="117" name="Google Shape;117;g2ea2408ea2b_0_22"/>
          <p:cNvSpPr txBox="1"/>
          <p:nvPr/>
        </p:nvSpPr>
        <p:spPr>
          <a:xfrm>
            <a:off x="696150" y="1504450"/>
            <a:ext cx="39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4660" lvl="1" marL="365760" rtl="0" algn="l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400"/>
              <a:buAutoNum type="arabicPeriod"/>
            </a:pPr>
            <a:r>
              <a:rPr b="1" i="1" lang="pt-PT">
                <a:solidFill>
                  <a:schemeClr val="dk1"/>
                </a:solidFill>
              </a:rPr>
              <a:t>Models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118" name="Google Shape;118;g2ea2408ea2b_0_22"/>
          <p:cNvGraphicFramePr/>
          <p:nvPr/>
        </p:nvGraphicFramePr>
        <p:xfrm>
          <a:off x="2775925" y="274142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{63EDF273-DBBE-41D4-90C5-808267C3E8C1}</a:tableStyleId>
              </a:tblPr>
              <a:tblGrid>
                <a:gridCol w="2611750"/>
                <a:gridCol w="35083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Keras model based on lesson exercises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has an accuracy near 68%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 19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Didn't converge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 16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Didn't converge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 16 simplified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training with 12 epoc and data option c it had an accuracy of </a:t>
                      </a:r>
                      <a:r>
                        <a:rPr lang="pt-PT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82.74</a:t>
                      </a: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RESTNET 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training with 15,25,30,50,100 epochs we get an accuracy 69.58%,78%,73%,86%,83%, 89.69% and data option B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U-NET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training with 15,12,50,100 epochs we get an accuracy 98% , 98%,88%,89.39%and data option B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a2408ea2b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2400">
                <a:latin typeface="Times New Roman"/>
                <a:ea typeface="Times New Roman"/>
                <a:cs typeface="Times New Roman"/>
                <a:sym typeface="Times New Roman"/>
              </a:rPr>
              <a:t>The lung X-Ray classification</a:t>
            </a:r>
            <a:endParaRPr/>
          </a:p>
        </p:txBody>
      </p:sp>
      <p:sp>
        <p:nvSpPr>
          <p:cNvPr id="124" name="Google Shape;124;g2ea2408ea2b_0_30"/>
          <p:cNvSpPr txBox="1"/>
          <p:nvPr/>
        </p:nvSpPr>
        <p:spPr>
          <a:xfrm>
            <a:off x="696150" y="1504450"/>
            <a:ext cx="39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4660" lvl="1" marL="365760" rtl="0" algn="l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400"/>
              <a:buAutoNum type="arabicPeriod"/>
            </a:pPr>
            <a:r>
              <a:rPr b="1" i="1" lang="pt-PT">
                <a:solidFill>
                  <a:schemeClr val="dk1"/>
                </a:solidFill>
              </a:rPr>
              <a:t>Final Product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5" name="Google Shape;125;g2ea2408ea2b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475" y="2735950"/>
            <a:ext cx="5028675" cy="25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2ea2408ea2b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201" y="468175"/>
            <a:ext cx="3013150" cy="307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ea2408ea2b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0450" y="3726024"/>
            <a:ext cx="5508695" cy="293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a2f3529f9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2400">
                <a:latin typeface="Times New Roman"/>
                <a:ea typeface="Times New Roman"/>
                <a:cs typeface="Times New Roman"/>
                <a:sym typeface="Times New Roman"/>
              </a:rPr>
              <a:t>The lung X-Ray classification</a:t>
            </a:r>
            <a:endParaRPr/>
          </a:p>
        </p:txBody>
      </p:sp>
      <p:sp>
        <p:nvSpPr>
          <p:cNvPr id="133" name="Google Shape;133;g2ea2f3529f9_0_0"/>
          <p:cNvSpPr txBox="1"/>
          <p:nvPr/>
        </p:nvSpPr>
        <p:spPr>
          <a:xfrm>
            <a:off x="696150" y="1504450"/>
            <a:ext cx="39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4660" lvl="1" marL="365760" rtl="0" algn="l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400"/>
              <a:buAutoNum type="arabicPeriod"/>
            </a:pPr>
            <a:r>
              <a:rPr b="1" i="1" lang="pt-PT">
                <a:solidFill>
                  <a:schemeClr val="dk1"/>
                </a:solidFill>
              </a:rPr>
              <a:t>Final Product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34" name="Google Shape;134;g2ea2f3529f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1201" y="468175"/>
            <a:ext cx="3013150" cy="307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ea2f3529f9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050" y="2706500"/>
            <a:ext cx="5523451" cy="281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ea2f3529f9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6901" y="3691524"/>
            <a:ext cx="5992700" cy="2777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ea2f3529f9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2400">
                <a:latin typeface="Times New Roman"/>
                <a:ea typeface="Times New Roman"/>
                <a:cs typeface="Times New Roman"/>
                <a:sym typeface="Times New Roman"/>
              </a:rPr>
              <a:t>The lung X-Ray classification</a:t>
            </a:r>
            <a:endParaRPr/>
          </a:p>
        </p:txBody>
      </p:sp>
      <p:sp>
        <p:nvSpPr>
          <p:cNvPr id="142" name="Google Shape;142;g2ea2f3529f9_0_8"/>
          <p:cNvSpPr txBox="1"/>
          <p:nvPr/>
        </p:nvSpPr>
        <p:spPr>
          <a:xfrm>
            <a:off x="696150" y="1504450"/>
            <a:ext cx="39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4660" lvl="1" marL="365760" rtl="0" algn="l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400"/>
              <a:buAutoNum type="arabicPeriod"/>
            </a:pPr>
            <a:r>
              <a:rPr b="1" i="1" lang="pt-PT">
                <a:solidFill>
                  <a:schemeClr val="dk1"/>
                </a:solidFill>
              </a:rPr>
              <a:t>Final Product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43" name="Google Shape;143;g2ea2f3529f9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1201" y="468175"/>
            <a:ext cx="3013150" cy="307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ea2f3529f9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550" y="2785850"/>
            <a:ext cx="5408399" cy="277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2ea2f3529f9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4450" y="3800850"/>
            <a:ext cx="5514225" cy="25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2024-07-04T11:52:25Z</dcterms:created>
</cp:coreProperties>
</file>